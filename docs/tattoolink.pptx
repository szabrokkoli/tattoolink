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B58"/>
    <a:srgbClr val="9B72C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1CB5B6-275C-8AB3-EA24-2596BAD8C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38ECE75-6882-0FFF-BF63-E1FC4D49B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024479E-184B-7CFB-9B08-BAA46195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AD8D82-F04A-3A08-F579-4A1DEAAE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BA0F39-12E6-5D19-E0F4-A5364F9D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130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97F74D-5AC2-6816-EE5E-9837FA55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E5D4FD-7DAF-C602-C3C2-C76B9A7E5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B83384-5331-673D-A234-C731A197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C3C387-A11D-40F6-DE8C-B0D924A0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A3EAD99-E043-3F1A-9012-D2ACADA8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288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C7F94B-E269-94A7-6A56-0B871E51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C93044D-F15F-123E-10AC-D260177E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643055-D62E-60F6-0A6D-7F9944BA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7F88C2-F17D-ED7F-0F54-5800FF16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097CFF-2918-7141-248B-7315403B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493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1BD80A-ACB6-1E74-DE44-19573887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CDC94B-49B8-85AE-5E58-F1B547EA3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41E1EE-2B20-A5F4-A5EA-E43F1730D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CB56B1-7EE7-AA7B-4C2A-09D32DA2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1DA188E-9F25-F2CF-0A22-3EB17230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25BAE0C-B564-CBDA-B2F3-378F438E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230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121DF-ECD3-DFB3-F22C-03941231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33D9F9B-5181-C593-83ED-4EB6F5658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6EC5861-D5BC-4AAA-027A-675A16D5C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974A60D-BDD1-0F31-1F46-FBA95DB05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8101FE1-83D4-DA54-CC90-753764DA0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3503B45-B497-D3DD-A845-EA3F3201A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20BE57A-32FF-5A07-3DC5-91738E24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8B5A0E6-58D6-1268-9F03-8CE412F3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317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CAA9D3-D9FC-8AFA-6C1B-ACB21338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6CD4BD0-0249-15B9-2B79-8CB6FA4B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87796D1-2FBD-D636-F653-80E3DC73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53B2636-6EDB-1296-79B4-B99E1F16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317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3CF5867-2EAB-1808-B5F3-22AF11E2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345035D-52EE-C63D-678B-E1A28E54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D01AE9F-E3A0-8CA3-85E9-C5266FFA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694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D98A33-5369-D047-9FAC-4FAF9065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8C9B03-A0EB-2DF5-58AD-AB228A714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C184EA0-67B1-7018-9FE0-0FE8D2820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6A35D78-C2FF-B3B4-0928-C1CB4A73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7E58174-1573-EBD2-447D-39B68AF9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C23CAD-122D-B0E6-29F6-387DDFAD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594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E6E801-A5D6-5929-B6B9-A21482F60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2C42666-4479-3535-2C2A-BBCD956D6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55D5E7C-ACBA-FAC5-5581-B998E0CC3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74ED885-2F6B-F700-810D-E4F566D1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5502DD-9568-DA5C-FB89-AE5CA6A7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182A32-EF73-E5BB-F10E-7DD7D44E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802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1283DE-C00A-584E-4A37-A638C149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54EA00F-40D2-2A29-5F02-3945A850F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F007787-86A4-0E68-838C-7738EB31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8C52BEC-5AF2-52E6-7732-DE396E41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39D8CF2-DD70-4039-099A-20DFE2D2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942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050E46B-C24D-259E-4B8F-C8B0D9FC7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4247DF9-4D81-62C0-6481-6896CAD83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45E1AD3-9B4B-94FD-7D4D-76CED0AC7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62A689-42E4-0BB2-D71E-9DE801D6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DF6195-973F-F73B-1FA1-0C09A055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529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985CFF8-5BB0-AF83-DFD4-F2C78FDA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55339F2-3E3B-4464-208B-22EAB7584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EB2062-B935-C7E7-4706-B0541A755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67B99-0FBC-45F4-B63F-CBE452290BE7}" type="datetimeFigureOut">
              <a:rPr lang="hu-HU" smtClean="0"/>
              <a:t>2026. 03. 13.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912C261-0DAB-CB1D-E870-B0F8A801C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3BB7C1-5515-E8CF-3BB0-9CD09843F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1740F-53F5-49FE-A42E-F376B36CB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108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C2E17802-0CBC-3DC4-E240-41903B1C5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5" y="2850839"/>
            <a:ext cx="4742993" cy="115017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BA68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Kép 6">
            <a:extLst>
              <a:ext uri="{FF2B5EF4-FFF2-40B4-BE49-F238E27FC236}">
                <a16:creationId xmlns:a16="http://schemas.microsoft.com/office/drawing/2014/main" id="{709BC8C1-00F3-1909-ED3F-CAA3D22A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240" y="1830222"/>
            <a:ext cx="4728015" cy="319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CE59ADF-FE45-184E-4D91-2527E9CA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z="5200" b="1" dirty="0">
                <a:solidFill>
                  <a:srgbClr val="4B2B58"/>
                </a:solidFill>
              </a:rPr>
              <a:t>Design </a:t>
            </a:r>
            <a:r>
              <a:rPr lang="hu-HU" sz="5200" b="1" dirty="0" err="1">
                <a:solidFill>
                  <a:srgbClr val="4B2B58"/>
                </a:solidFill>
              </a:rPr>
              <a:t>token</a:t>
            </a:r>
            <a:r>
              <a:rPr lang="hu-HU" sz="5200" b="1" dirty="0">
                <a:solidFill>
                  <a:srgbClr val="4B2B58"/>
                </a:solidFill>
              </a:rPr>
              <a:t> rendszer</a:t>
            </a:r>
            <a:endParaRPr lang="en-US" sz="5200" b="1" dirty="0">
              <a:solidFill>
                <a:srgbClr val="4B2B58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AA3E2BA-657C-36F3-AABB-3D6B574E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411337"/>
            <a:ext cx="5828261" cy="384665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7D98388-5DCC-7CB6-7A77-6712A6FC8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57" y="2381194"/>
            <a:ext cx="6033963" cy="384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D7DCB4E-75A6-522E-4C72-6E9BC4185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dirty="0">
                <a:solidFill>
                  <a:srgbClr val="4B2B58"/>
                </a:solidFill>
              </a:rPr>
              <a:t>Design token </a:t>
            </a:r>
            <a:r>
              <a:rPr lang="en-US" sz="5200" b="1" dirty="0" err="1">
                <a:solidFill>
                  <a:srgbClr val="4B2B58"/>
                </a:solidFill>
              </a:rPr>
              <a:t>rendszer</a:t>
            </a:r>
            <a:endParaRPr lang="en-US" sz="5200" b="1" dirty="0">
              <a:solidFill>
                <a:srgbClr val="4B2B58"/>
              </a:solidFill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8F09C88-DBA4-2633-1CE6-A2C4FEEB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396766"/>
            <a:ext cx="5828261" cy="387579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B08E898-3A4C-E83F-DFFC-38A515362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45" y="2396766"/>
            <a:ext cx="6008982" cy="387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530F43-847F-F88A-CCBD-A7E7448E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200" b="1" dirty="0">
                <a:solidFill>
                  <a:srgbClr val="4B2B58"/>
                </a:solidFill>
              </a:rPr>
              <a:t>Specifikáció vázlat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57EAAEB-4384-336C-C908-E4F4941E3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595714"/>
            <a:ext cx="6629400" cy="48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58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5A07CDB0-C671-B756-4C37-1B96854EB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61" y="1690688"/>
            <a:ext cx="6752878" cy="4936812"/>
          </a:xfrm>
          <a:prstGeom prst="rect">
            <a:avLst/>
          </a:prstGeom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B3828144-4A89-EF84-2058-980E7824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sz="5200" b="1" dirty="0">
                <a:solidFill>
                  <a:srgbClr val="4B2B58"/>
                </a:solidFill>
              </a:rPr>
              <a:t>Specifikáció vázlat</a:t>
            </a:r>
          </a:p>
        </p:txBody>
      </p:sp>
    </p:spTree>
    <p:extLst>
      <p:ext uri="{BB962C8B-B14F-4D97-AF65-F5344CB8AC3E}">
        <p14:creationId xmlns:p14="http://schemas.microsoft.com/office/powerpoint/2010/main" val="131787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Office PowerPoint</Application>
  <PresentationFormat>Szélesvásznú</PresentationFormat>
  <Paragraphs>4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PowerPoint-bemutató</vt:lpstr>
      <vt:lpstr>Design token rendszer</vt:lpstr>
      <vt:lpstr>Design token rendszer</vt:lpstr>
      <vt:lpstr>Specifikáció vázlat</vt:lpstr>
      <vt:lpstr>Specifikáció vázlat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Herman Szabina</dc:creator>
  <cp:lastModifiedBy>Herman Szabina</cp:lastModifiedBy>
  <cp:revision>1</cp:revision>
  <dcterms:created xsi:type="dcterms:W3CDTF">2026-03-13T09:05:57Z</dcterms:created>
  <dcterms:modified xsi:type="dcterms:W3CDTF">2026-03-13T09:18:02Z</dcterms:modified>
</cp:coreProperties>
</file>